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qKm4mEyKOWYLl2PEF3sBxGlAv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/>
          <p:nvPr/>
        </p:nvSpPr>
        <p:spPr>
          <a:xfrm>
            <a:off x="4385600" y="2207200"/>
            <a:ext cx="7428000" cy="600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8" title="Screenshot_2026-05-17_19-18-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800" y="2353785"/>
            <a:ext cx="7241599" cy="5853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